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133" r:id="rId1"/>
  </p:sldMasterIdLst>
  <p:notesMasterIdLst>
    <p:notesMasterId r:id="rId13"/>
  </p:notesMasterIdLst>
  <p:sldIdLst>
    <p:sldId id="256" r:id="rId2"/>
    <p:sldId id="263" r:id="rId3"/>
    <p:sldId id="257" r:id="rId4"/>
    <p:sldId id="267" r:id="rId5"/>
    <p:sldId id="266" r:id="rId6"/>
    <p:sldId id="260" r:id="rId7"/>
    <p:sldId id="262" r:id="rId8"/>
    <p:sldId id="261" r:id="rId9"/>
    <p:sldId id="25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24"/>
    <p:restoredTop sz="94752"/>
  </p:normalViewPr>
  <p:slideViewPr>
    <p:cSldViewPr snapToGrid="0">
      <p:cViewPr varScale="1">
        <p:scale>
          <a:sx n="112" d="100"/>
          <a:sy n="112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9A978-6FF9-A746-93B7-A9B2E154D7DB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F908A-D75B-3F42-AD50-125AED5A9F2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596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F908A-D75B-3F42-AD50-125AED5A9F21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6139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F908A-D75B-3F42-AD50-125AED5A9F21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4046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F908A-D75B-3F42-AD50-125AED5A9F21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494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642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212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446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093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73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787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086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34575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104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63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233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0561C-4306-B94A-89D8-9027D37B9CB9}" type="datetimeFigureOut">
              <a:rPr lang="pl-PL" smtClean="0"/>
              <a:t>10.06.2025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40285-89CD-284A-BA2C-3C14AB5A0BF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1528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4" r:id="rId1"/>
    <p:sldLayoutId id="2147485135" r:id="rId2"/>
    <p:sldLayoutId id="2147485136" r:id="rId3"/>
    <p:sldLayoutId id="2147485137" r:id="rId4"/>
    <p:sldLayoutId id="2147485138" r:id="rId5"/>
    <p:sldLayoutId id="2147485139" r:id="rId6"/>
    <p:sldLayoutId id="2147485140" r:id="rId7"/>
    <p:sldLayoutId id="2147485141" r:id="rId8"/>
    <p:sldLayoutId id="2147485142" r:id="rId9"/>
    <p:sldLayoutId id="2147485143" r:id="rId10"/>
    <p:sldLayoutId id="21474851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B0687A-C8FC-73F5-8875-5BEF9052A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1211850"/>
            <a:ext cx="3571810" cy="30095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Motor Control using PI Controller</a:t>
            </a:r>
            <a:b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4E428784-E817-257C-20AA-667FFE733562}"/>
              </a:ext>
            </a:extLst>
          </p:cNvPr>
          <p:cNvSpPr txBox="1"/>
          <p:nvPr/>
        </p:nvSpPr>
        <p:spPr>
          <a:xfrm>
            <a:off x="638881" y="4668253"/>
            <a:ext cx="4029371" cy="1522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on STM32 </a:t>
            </a:r>
            <a:r>
              <a:rPr lang="en-US" sz="28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en-US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G474RE using PLECS</a:t>
            </a:r>
          </a:p>
        </p:txBody>
      </p:sp>
      <p:pic>
        <p:nvPicPr>
          <p:cNvPr id="36" name="Obraz 35" descr="Obraz zawierający elektronika, obwód, Inżynieria elektroniczna, Komponent elektroniczny&#10;&#10;Opis wygenerowany automatycznie">
            <a:extLst>
              <a:ext uri="{FF2B5EF4-FFF2-40B4-BE49-F238E27FC236}">
                <a16:creationId xmlns:a16="http://schemas.microsoft.com/office/drawing/2014/main" id="{2B1896BF-700B-73E3-ED3D-DB0ED10B5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" r="8756" b="1734"/>
          <a:stretch/>
        </p:blipFill>
        <p:spPr>
          <a:xfrm>
            <a:off x="4332249" y="-28343"/>
            <a:ext cx="7859751" cy="6886343"/>
          </a:xfrm>
          <a:prstGeom prst="rect">
            <a:avLst/>
          </a:prstGeom>
        </p:spPr>
      </p:pic>
      <p:pic>
        <p:nvPicPr>
          <p:cNvPr id="78" name="Obraz 77" descr="Obraz zawierający pomarańcza/pomarańczowy, narzędz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5E3ABC2A-361B-47C0-FC3D-D91E588095A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6666" y="4141374"/>
            <a:ext cx="4116242" cy="5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96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 descr="Obraz zawierający tekst, zrzut ekranu, Czcionka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5905CAF-4D69-3FFC-4A07-114EB4B54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796" y="1422875"/>
            <a:ext cx="6049353" cy="4673125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B9D13BB4-51DF-AB5F-0451-D4889D121788}"/>
              </a:ext>
            </a:extLst>
          </p:cNvPr>
          <p:cNvSpPr txBox="1"/>
          <p:nvPr/>
        </p:nvSpPr>
        <p:spPr>
          <a:xfrm>
            <a:off x="2978727" y="4294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l-PL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D0F5AA3-A04E-0CB4-9CFF-13AA48380D14}"/>
              </a:ext>
            </a:extLst>
          </p:cNvPr>
          <p:cNvSpPr txBox="1"/>
          <p:nvPr/>
        </p:nvSpPr>
        <p:spPr>
          <a:xfrm>
            <a:off x="6891553" y="2013764"/>
            <a:ext cx="515266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was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PLECS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pl-PL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G474RE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DC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</a:t>
            </a:r>
            <a:r>
              <a:rPr lang="pl-PL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closed-loop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subsystem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95AEDC6D-5E38-66FD-05FD-C2AEF1191510}"/>
              </a:ext>
            </a:extLst>
          </p:cNvPr>
          <p:cNvSpPr txBox="1"/>
          <p:nvPr/>
        </p:nvSpPr>
        <p:spPr>
          <a:xfrm>
            <a:off x="3726872" y="300335"/>
            <a:ext cx="50770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in </a:t>
            </a:r>
            <a:r>
              <a:rPr lang="pl-PL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PLECS</a:t>
            </a:r>
            <a:endParaRPr lang="pl-PL" sz="4800" dirty="0"/>
          </a:p>
        </p:txBody>
      </p:sp>
    </p:spTree>
    <p:extLst>
      <p:ext uri="{BB962C8B-B14F-4D97-AF65-F5344CB8AC3E}">
        <p14:creationId xmlns:p14="http://schemas.microsoft.com/office/powerpoint/2010/main" val="3646666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tekst, diagram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176B940-9BE6-07C7-35AC-CFE7C20B9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6231" y="340651"/>
            <a:ext cx="8019538" cy="6176697"/>
          </a:xfrm>
        </p:spPr>
      </p:pic>
    </p:spTree>
    <p:extLst>
      <p:ext uri="{BB962C8B-B14F-4D97-AF65-F5344CB8AC3E}">
        <p14:creationId xmlns:p14="http://schemas.microsoft.com/office/powerpoint/2010/main" val="287528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13EC04-F2E9-8636-3C77-85EE064E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5" name="Symbol zastępczy zawartości 4" descr="Obraz zawierający tekst, zrzut ekranu, Czcionka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5053976-8FBD-E6CE-A0DC-F306CA929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267" y="1120676"/>
            <a:ext cx="6661147" cy="1874694"/>
          </a:xfrm>
        </p:spPr>
      </p:pic>
      <p:pic>
        <p:nvPicPr>
          <p:cNvPr id="6" name="Obraz 5" descr="Obraz zawierający tekst, zrzut ekranu, Czcionka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B4A6AB9-C764-FFE0-CE65-B77A02661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64" y="4000500"/>
            <a:ext cx="5827151" cy="1790700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9FC51433-1586-8125-CD7A-11E0C6B766CF}"/>
              </a:ext>
            </a:extLst>
          </p:cNvPr>
          <p:cNvSpPr txBox="1"/>
          <p:nvPr/>
        </p:nvSpPr>
        <p:spPr>
          <a:xfrm>
            <a:off x="6804892" y="4289776"/>
            <a:ext cx="47798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INH1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INH2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DIGITALOUT 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DIGITALOUT1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half-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314636D9-2843-5CE5-C9D3-6E90D93CE02F}"/>
              </a:ext>
            </a:extLst>
          </p:cNvPr>
          <p:cNvSpPr txBox="1"/>
          <p:nvPr/>
        </p:nvSpPr>
        <p:spPr>
          <a:xfrm>
            <a:off x="7268437" y="1040419"/>
            <a:ext cx="40853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In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dividing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3.3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multiplying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5000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maximum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l-P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Out 2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constantly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to 0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direction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unchanged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138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F8CBFE-D68C-6182-B292-0DE64F5E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982D656-A7F4-7B9B-131B-C5F1B4B20D83}"/>
              </a:ext>
            </a:extLst>
          </p:cNvPr>
          <p:cNvSpPr txBox="1"/>
          <p:nvPr/>
        </p:nvSpPr>
        <p:spPr>
          <a:xfrm>
            <a:off x="1430870" y="3918590"/>
            <a:ext cx="93302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(Digital In)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phases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detectors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C-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rotational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motor (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Reference)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PI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 PWM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the motor. </a:t>
            </a:r>
            <a:endParaRPr lang="pl-PL" sz="2000" dirty="0"/>
          </a:p>
        </p:txBody>
      </p:sp>
      <p:pic>
        <p:nvPicPr>
          <p:cNvPr id="7" name="Symbol zastępczy zawartości 6" descr="Obraz zawierający tekst, zrzut ekranu, diagram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90C6559-A20E-0608-7664-EE304E764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392" y="267114"/>
            <a:ext cx="9195215" cy="3651476"/>
          </a:xfrm>
        </p:spPr>
      </p:pic>
    </p:spTree>
    <p:extLst>
      <p:ext uri="{BB962C8B-B14F-4D97-AF65-F5344CB8AC3E}">
        <p14:creationId xmlns:p14="http://schemas.microsoft.com/office/powerpoint/2010/main" val="87866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22F3BE-CBF5-5414-281A-607447D0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pic>
        <p:nvPicPr>
          <p:cNvPr id="9" name="Obraz 8" descr="Obraz zawierający tekst, zrzut ekranu, Czcionka, numer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5E86567-0C94-421C-F779-A66E3A962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00" y="529535"/>
            <a:ext cx="7670800" cy="3784600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D60668B-AF92-DDD4-769C-44C18C9B03D0}"/>
              </a:ext>
            </a:extLst>
          </p:cNvPr>
          <p:cNvSpPr txBox="1"/>
          <p:nvPr/>
        </p:nvSpPr>
        <p:spPr>
          <a:xfrm>
            <a:off x="1156949" y="4747135"/>
            <a:ext cx="987810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detectors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Analog In.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PWM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motor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speed_actual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visualizing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speed_reference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0.0001 s (10 kHz).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19725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Czcionka, zrzut ekranu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9220528-BFE1-7028-EC90-829AA981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1" r="47978"/>
          <a:stretch/>
        </p:blipFill>
        <p:spPr>
          <a:xfrm>
            <a:off x="7903166" y="2443251"/>
            <a:ext cx="4288834" cy="2068788"/>
          </a:xfrm>
          <a:prstGeom prst="rect">
            <a:avLst/>
          </a:prstGeom>
        </p:spPr>
      </p:pic>
      <p:pic>
        <p:nvPicPr>
          <p:cNvPr id="3" name="Obraz 2" descr="Obraz zawierający tekst, zrzut ekranu, oprogramowanie, Strona internetow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797EDD9-1698-A311-7AFF-97C8D53E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20"/>
          <a:stretch/>
        </p:blipFill>
        <p:spPr>
          <a:xfrm>
            <a:off x="0" y="0"/>
            <a:ext cx="7980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45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Obraz zawierający tekst, oprogramowanie, Strona internetowa, System operacyjny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C5755BF-A589-AA67-A157-70D310CAD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58" y="0"/>
            <a:ext cx="9023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35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2F9036-8A52-9500-3F5F-061461928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2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l-PL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between the microcontroller and the motor</a:t>
            </a:r>
            <a:br>
              <a:rPr lang="pl-PL"/>
            </a:br>
            <a:endParaRPr lang="pl-PL" dirty="0"/>
          </a:p>
        </p:txBody>
      </p:sp>
      <p:pic>
        <p:nvPicPr>
          <p:cNvPr id="7" name="Imagem 1">
            <a:extLst>
              <a:ext uri="{FF2B5EF4-FFF2-40B4-BE49-F238E27FC236}">
                <a16:creationId xmlns:a16="http://schemas.microsoft.com/office/drawing/2014/main" id="{6BF11B9B-BAC2-23C7-DFB3-9DCA58B7B3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791" y="771177"/>
            <a:ext cx="8406418" cy="59818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228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B144FC-2CB1-2548-68BD-AD968ED0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873" y="88669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A00F0-8819-CE4E-5CDF-90B918FEB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873" y="83923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pl-PL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pl-P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pl-P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Obraz 5" descr="Obraz zawierający tekst, zrzut ekranu, Wykres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A8F9E33-9F2F-25B3-4662-F306BF39FB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44" b="1985"/>
          <a:stretch/>
        </p:blipFill>
        <p:spPr>
          <a:xfrm>
            <a:off x="1282069" y="0"/>
            <a:ext cx="9627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00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2F24E4-152B-8E25-EB0B-F5714F58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0" y="2481469"/>
            <a:ext cx="5351102" cy="1895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3074" name="Picture 2" descr="25GA-370 12V 150RPM DC Reducer Gear Motor with Encoder – Buy Online  Electronic Component I Robotic Accessories I DIY Kits -India | Zbotic">
            <a:extLst>
              <a:ext uri="{FF2B5EF4-FFF2-40B4-BE49-F238E27FC236}">
                <a16:creationId xmlns:a16="http://schemas.microsoft.com/office/drawing/2014/main" id="{23A09C41-04A5-9EB7-8490-F008CA823F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8" r="8317"/>
          <a:stretch/>
        </p:blipFill>
        <p:spPr bwMode="auto">
          <a:xfrm>
            <a:off x="5989983" y="610109"/>
            <a:ext cx="6202018" cy="624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Obraz 7" descr="Obraz zawierający pomarańcza/pomarańczowy, narzędz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C66EA0E-A688-96C0-13AD-565EBDC37A1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5226" y="4333460"/>
            <a:ext cx="5241654" cy="52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42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 2013–2022">
  <a:themeElements>
    <a:clrScheme name="Motyw pakietu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6675</TotalTime>
  <Words>325</Words>
  <Application>Microsoft Macintosh PowerPoint</Application>
  <PresentationFormat>Panoramiczny</PresentationFormat>
  <Paragraphs>14</Paragraphs>
  <Slides>11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Motyw pakietu Office 2013–2022</vt:lpstr>
      <vt:lpstr>DC Motor Control using PI Controller   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Connection between the microcontroller and the motor </vt:lpstr>
      <vt:lpstr>Prezentacja programu PowerPoint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Kocon Lidia (STUD)</dc:creator>
  <cp:lastModifiedBy>Kocon Lidia (STUD)</cp:lastModifiedBy>
  <cp:revision>7</cp:revision>
  <dcterms:created xsi:type="dcterms:W3CDTF">2025-05-24T18:04:41Z</dcterms:created>
  <dcterms:modified xsi:type="dcterms:W3CDTF">2025-06-10T20:55:37Z</dcterms:modified>
</cp:coreProperties>
</file>